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DRILLING | Category: OIL_GAS</a:t>
            </a:r>
          </a:p>
          <a:p>
            <a:r>
              <a:rPr sz="1400"/>
              <a:t>Upstream: https://github.com/APMonitor/drilling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DRILLING.</a:t>
            </a:r>
          </a:p>
          <a:p>
            <a:r>
              <a:rPr sz="1400"/>
              <a:t>Oilfield drilling models: hydraulics, drill string, ROP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DRILLING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